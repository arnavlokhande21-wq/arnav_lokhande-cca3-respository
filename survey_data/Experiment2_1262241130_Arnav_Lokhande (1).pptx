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Google Sans"/>
      <p:regular r:id="rId18"/>
      <p:bold r:id="rId19"/>
      <p:italic r:id="rId20"/>
      <p:boldItalic r:id="rId21"/>
    </p:embeddedFont>
    <p:embeddedFont>
      <p:font typeface="Google Sans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FVArM+rhonX4kz2D1hHFO2dpY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907663-3660-46EF-AF30-2F0D5BBEA676}">
  <a:tblStyle styleId="{9D907663-3660-46EF-AF30-2F0D5BBEA67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-italic.fntdata"/><Relationship Id="rId22" Type="http://schemas.openxmlformats.org/officeDocument/2006/relationships/font" Target="fonts/GoogleSansMedium-regular.fntdata"/><Relationship Id="rId21" Type="http://schemas.openxmlformats.org/officeDocument/2006/relationships/font" Target="fonts/GoogleSans-boldItalic.fntdata"/><Relationship Id="rId24" Type="http://schemas.openxmlformats.org/officeDocument/2006/relationships/font" Target="fonts/GoogleSansMedium-italic.fntdata"/><Relationship Id="rId23" Type="http://schemas.openxmlformats.org/officeDocument/2006/relationships/font" Target="fonts/GoogleSa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customschemas.google.com/relationships/presentationmetadata" Target="metadata"/><Relationship Id="rId25" Type="http://schemas.openxmlformats.org/officeDocument/2006/relationships/font" Target="fonts/GoogleSansMedium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GoogleSans-bold.fntdata"/><Relationship Id="rId18" Type="http://schemas.openxmlformats.org/officeDocument/2006/relationships/font" Target="fonts/Google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5f4cde2c1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f5f4cde2c1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5f4cde2c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f5f4cde2c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5f4cde2c1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f5f4cde2c1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5f4cde2c1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f5f4cde2c1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5f4cde2c1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f5f4cde2c1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5f4cde2c1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f5f4cde2c1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5f4cde2c1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f5f4cde2c1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5f4cde2c1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f5f4cde2c1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5f4cde2c1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f5f4cde2c1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5f4cde2c1_0_1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terial Title: White Text" type="title">
  <p:cSld name="TITLE">
    <p:bg>
      <p:bgPr>
        <a:solidFill>
          <a:srgbClr val="050505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5f4cde2c1_0_194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g3f5f4cde2c1_0_194"/>
          <p:cNvSpPr/>
          <p:nvPr/>
        </p:nvSpPr>
        <p:spPr>
          <a:xfrm>
            <a:off x="85923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f5f4cde2c1_0_194"/>
          <p:cNvSpPr txBox="1"/>
          <p:nvPr>
            <p:ph idx="2"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terial Title: Black Text">
  <p:cSld name="TITLE_6"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5f4cde2c1_0_198"/>
          <p:cNvSpPr txBox="1"/>
          <p:nvPr>
            <p:ph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62" name="Google Shape;62;g3f5f4cde2c1_0_198"/>
          <p:cNvSpPr txBox="1"/>
          <p:nvPr>
            <p:ph idx="2"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g3f5f4cde2c1_0_198"/>
          <p:cNvSpPr/>
          <p:nvPr/>
        </p:nvSpPr>
        <p:spPr>
          <a:xfrm>
            <a:off x="85923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Google Material Title: Blue">
  <p:cSld name="TITLE_6_1">
    <p:bg>
      <p:bgPr>
        <a:solidFill>
          <a:srgbClr val="C6DAFC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5f4cde2c1_0_202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/>
        </p:txBody>
      </p:sp>
      <p:sp>
        <p:nvSpPr>
          <p:cNvPr id="66" name="Google Shape;66;g3f5f4cde2c1_0_202"/>
          <p:cNvSpPr txBox="1"/>
          <p:nvPr>
            <p:ph idx="2" type="title"/>
          </p:nvPr>
        </p:nvSpPr>
        <p:spPr>
          <a:xfrm>
            <a:off x="77217" y="84729"/>
            <a:ext cx="26925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 Medium"/>
              <a:buNone/>
              <a:defRPr sz="14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67" name="Google Shape;67;g3f5f4cde2c1_0_202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Google Material Title: Blue 1">
  <p:cSld name="TITLE_6_1_1">
    <p:bg>
      <p:bgPr>
        <a:solidFill>
          <a:srgbClr val="FAD2C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f4cde2c1_0_206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/>
        </p:txBody>
      </p:sp>
      <p:sp>
        <p:nvSpPr>
          <p:cNvPr id="70" name="Google Shape;70;g3f5f4cde2c1_0_206"/>
          <p:cNvSpPr txBox="1"/>
          <p:nvPr>
            <p:ph idx="2" type="title"/>
          </p:nvPr>
        </p:nvSpPr>
        <p:spPr>
          <a:xfrm>
            <a:off x="77217" y="84729"/>
            <a:ext cx="26925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 Medium"/>
              <a:buNone/>
              <a:defRPr sz="1400">
                <a:solidFill>
                  <a:srgbClr val="C5221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71" name="Google Shape;71;g3f5f4cde2c1_0_206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Google Material Title: Blue 1 1">
  <p:cSld name="TITLE_6_1_1_1">
    <p:bg>
      <p:bgPr>
        <a:solidFill>
          <a:srgbClr val="CEEAD6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5f4cde2c1_0_210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/>
        </p:txBody>
      </p:sp>
      <p:sp>
        <p:nvSpPr>
          <p:cNvPr id="74" name="Google Shape;74;g3f5f4cde2c1_0_210"/>
          <p:cNvSpPr txBox="1"/>
          <p:nvPr>
            <p:ph idx="2" type="title"/>
          </p:nvPr>
        </p:nvSpPr>
        <p:spPr>
          <a:xfrm>
            <a:off x="73647" y="84729"/>
            <a:ext cx="3316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 Medium"/>
              <a:buNone/>
              <a:defRPr sz="14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75" name="Google Shape;75;g3f5f4cde2c1_0_210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Google Material Title: Blue 1 1 1">
  <p:cSld name="TITLE_6_1_1_1_1">
    <p:bg>
      <p:bgPr>
        <a:solidFill>
          <a:srgbClr val="FEEFC3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5f4cde2c1_0_214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/>
        </p:txBody>
      </p:sp>
      <p:sp>
        <p:nvSpPr>
          <p:cNvPr id="78" name="Google Shape;78;g3f5f4cde2c1_0_214"/>
          <p:cNvSpPr txBox="1"/>
          <p:nvPr>
            <p:ph idx="2" type="title"/>
          </p:nvPr>
        </p:nvSpPr>
        <p:spPr>
          <a:xfrm>
            <a:off x="73647" y="84729"/>
            <a:ext cx="34194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79" name="Google Shape;79;g3f5f4cde2c1_0_214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f4cde2c1_0_218"/>
          <p:cNvSpPr txBox="1"/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82" name="Google Shape;82;g3f5f4cde2c1_0_218"/>
          <p:cNvSpPr/>
          <p:nvPr/>
        </p:nvSpPr>
        <p:spPr>
          <a:xfrm>
            <a:off x="273214" y="433778"/>
            <a:ext cx="196727" cy="160364"/>
          </a:xfrm>
          <a:custGeom>
            <a:rect b="b" l="l" r="r" t="t"/>
            <a:pathLst>
              <a:path extrusionOk="0" h="204938" w="251408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FF3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f5f4cde2c1_0_218"/>
          <p:cNvSpPr txBox="1"/>
          <p:nvPr>
            <p:ph idx="2" type="title"/>
          </p:nvPr>
        </p:nvSpPr>
        <p:spPr>
          <a:xfrm>
            <a:off x="472761" y="320150"/>
            <a:ext cx="36705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84" name="Google Shape;84;g3f5f4cde2c1_0_218"/>
          <p:cNvSpPr txBox="1"/>
          <p:nvPr>
            <p:ph idx="3" type="title"/>
          </p:nvPr>
        </p:nvSpPr>
        <p:spPr>
          <a:xfrm>
            <a:off x="124549" y="877650"/>
            <a:ext cx="8916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5" name="Google Shape;85;g3f5f4cde2c1_0_218"/>
          <p:cNvSpPr txBox="1"/>
          <p:nvPr>
            <p:ph idx="4" type="title"/>
          </p:nvPr>
        </p:nvSpPr>
        <p:spPr>
          <a:xfrm>
            <a:off x="938098" y="877650"/>
            <a:ext cx="6477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6" name="Google Shape;86;g3f5f4cde2c1_0_218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5f4cde2c1_0_225"/>
          <p:cNvSpPr txBox="1"/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89" name="Google Shape;89;g3f5f4cde2c1_0_225"/>
          <p:cNvSpPr txBox="1"/>
          <p:nvPr>
            <p:ph idx="2" type="title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90" name="Google Shape;90;g3f5f4cde2c1_0_225"/>
          <p:cNvSpPr/>
          <p:nvPr/>
        </p:nvSpPr>
        <p:spPr>
          <a:xfrm>
            <a:off x="85923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">
  <p:cSld name="TITLE_AND_BODY_1_2">
    <p:bg>
      <p:bgPr>
        <a:solidFill>
          <a:srgbClr val="05050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5f4cde2c1_0_229"/>
          <p:cNvSpPr txBox="1"/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93" name="Google Shape;93;g3f5f4cde2c1_0_229"/>
          <p:cNvSpPr txBox="1"/>
          <p:nvPr>
            <p:ph idx="2" type="title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94" name="Google Shape;94;g3f5f4cde2c1_0_229"/>
          <p:cNvSpPr/>
          <p:nvPr/>
        </p:nvSpPr>
        <p:spPr>
          <a:xfrm>
            <a:off x="85923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5f4cde2c1_0_233"/>
          <p:cNvSpPr txBox="1"/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97" name="Google Shape;97;g3f5f4cde2c1_0_233"/>
          <p:cNvSpPr/>
          <p:nvPr/>
        </p:nvSpPr>
        <p:spPr>
          <a:xfrm>
            <a:off x="273214" y="433778"/>
            <a:ext cx="196727" cy="160364"/>
          </a:xfrm>
          <a:custGeom>
            <a:rect b="b" l="l" r="r" t="t"/>
            <a:pathLst>
              <a:path extrusionOk="0" h="204938" w="251408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FF3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5f4cde2c1_0_233"/>
          <p:cNvSpPr txBox="1"/>
          <p:nvPr>
            <p:ph idx="2" type="title"/>
          </p:nvPr>
        </p:nvSpPr>
        <p:spPr>
          <a:xfrm>
            <a:off x="472761" y="320150"/>
            <a:ext cx="36705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99" name="Google Shape;99;g3f5f4cde2c1_0_233"/>
          <p:cNvSpPr txBox="1"/>
          <p:nvPr>
            <p:ph idx="3" type="title"/>
          </p:nvPr>
        </p:nvSpPr>
        <p:spPr>
          <a:xfrm>
            <a:off x="547022" y="732515"/>
            <a:ext cx="57717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00" name="Google Shape;100;g3f5f4cde2c1_0_233"/>
          <p:cNvSpPr txBox="1"/>
          <p:nvPr>
            <p:ph idx="4" type="title"/>
          </p:nvPr>
        </p:nvSpPr>
        <p:spPr>
          <a:xfrm>
            <a:off x="566518" y="2324850"/>
            <a:ext cx="3486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1" name="Google Shape;101;g3f5f4cde2c1_0_233"/>
          <p:cNvSpPr txBox="1"/>
          <p:nvPr>
            <p:ph idx="5" type="title"/>
          </p:nvPr>
        </p:nvSpPr>
        <p:spPr>
          <a:xfrm>
            <a:off x="549150" y="2782050"/>
            <a:ext cx="1707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2" name="Google Shape;102;g3f5f4cde2c1_0_233"/>
          <p:cNvSpPr/>
          <p:nvPr/>
        </p:nvSpPr>
        <p:spPr>
          <a:xfrm>
            <a:off x="590625" y="2363182"/>
            <a:ext cx="307200" cy="30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5f4cde2c1_0_233"/>
          <p:cNvSpPr txBox="1"/>
          <p:nvPr>
            <p:ph idx="6" type="title"/>
          </p:nvPr>
        </p:nvSpPr>
        <p:spPr>
          <a:xfrm>
            <a:off x="2673118" y="2324850"/>
            <a:ext cx="3486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4" name="Google Shape;104;g3f5f4cde2c1_0_233"/>
          <p:cNvSpPr txBox="1"/>
          <p:nvPr>
            <p:ph idx="7" type="title"/>
          </p:nvPr>
        </p:nvSpPr>
        <p:spPr>
          <a:xfrm>
            <a:off x="2655750" y="2782050"/>
            <a:ext cx="1707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5" name="Google Shape;105;g3f5f4cde2c1_0_233"/>
          <p:cNvSpPr/>
          <p:nvPr/>
        </p:nvSpPr>
        <p:spPr>
          <a:xfrm>
            <a:off x="2697225" y="2363182"/>
            <a:ext cx="307200" cy="30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f5f4cde2c1_0_233"/>
          <p:cNvSpPr txBox="1"/>
          <p:nvPr>
            <p:ph idx="8" type="title"/>
          </p:nvPr>
        </p:nvSpPr>
        <p:spPr>
          <a:xfrm>
            <a:off x="4779717" y="2324850"/>
            <a:ext cx="3486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7" name="Google Shape;107;g3f5f4cde2c1_0_233"/>
          <p:cNvSpPr txBox="1"/>
          <p:nvPr>
            <p:ph idx="9" type="title"/>
          </p:nvPr>
        </p:nvSpPr>
        <p:spPr>
          <a:xfrm>
            <a:off x="4762350" y="2782050"/>
            <a:ext cx="17073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08" name="Google Shape;108;g3f5f4cde2c1_0_233"/>
          <p:cNvSpPr/>
          <p:nvPr/>
        </p:nvSpPr>
        <p:spPr>
          <a:xfrm>
            <a:off x="4803825" y="2363182"/>
            <a:ext cx="307200" cy="30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5f4cde2c1_0_233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  <p15:guide id="3" pos="405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7">
  <p:cSld name="TITLE_7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5f4cde2c1_0_248"/>
          <p:cNvSpPr txBox="1"/>
          <p:nvPr>
            <p:ph type="title"/>
          </p:nvPr>
        </p:nvSpPr>
        <p:spPr>
          <a:xfrm>
            <a:off x="471908" y="744575"/>
            <a:ext cx="82221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12" name="Google Shape;112;g3f5f4cde2c1_0_248"/>
          <p:cNvSpPr txBox="1"/>
          <p:nvPr>
            <p:ph idx="1" type="subTitle"/>
          </p:nvPr>
        </p:nvSpPr>
        <p:spPr>
          <a:xfrm>
            <a:off x="471900" y="2834125"/>
            <a:ext cx="8222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3" name="Google Shape;113;g3f5f4cde2c1_0_2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Big Text 1">
  <p:cSld name="CUSTOM_1_3_1"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5f4cde2c1_0_252"/>
          <p:cNvSpPr txBox="1"/>
          <p:nvPr>
            <p:ph idx="1" type="subTitle"/>
          </p:nvPr>
        </p:nvSpPr>
        <p:spPr>
          <a:xfrm>
            <a:off x="512600" y="363000"/>
            <a:ext cx="3154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16" name="Google Shape;116;g3f5f4cde2c1_0_252"/>
          <p:cNvSpPr txBox="1"/>
          <p:nvPr/>
        </p:nvSpPr>
        <p:spPr>
          <a:xfrm>
            <a:off x="7291550" y="4759871"/>
            <a:ext cx="17160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b="0" i="0" sz="1000" u="none" cap="none" strike="noStrike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7" name="Google Shape;117;g3f5f4cde2c1_0_252"/>
          <p:cNvSpPr txBox="1"/>
          <p:nvPr>
            <p:ph idx="2" type="body"/>
          </p:nvPr>
        </p:nvSpPr>
        <p:spPr>
          <a:xfrm>
            <a:off x="144400" y="666750"/>
            <a:ext cx="7287300" cy="39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683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indent="-3683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indent="-3683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indent="-3683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indent="-3683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indent="-3683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indent="-3683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indent="-3683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18" name="Google Shape;118;g3f5f4cde2c1_0_252"/>
          <p:cNvSpPr txBox="1"/>
          <p:nvPr>
            <p:ph idx="12" type="sldNum"/>
          </p:nvPr>
        </p:nvSpPr>
        <p:spPr>
          <a:xfrm>
            <a:off x="144409" y="473996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g3f5f4cde2c1_0_252"/>
          <p:cNvSpPr txBox="1"/>
          <p:nvPr>
            <p:ph type="title"/>
          </p:nvPr>
        </p:nvSpPr>
        <p:spPr>
          <a:xfrm>
            <a:off x="186800" y="125326"/>
            <a:ext cx="28548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20" name="Google Shape;120;g3f5f4cde2c1_0_252"/>
          <p:cNvSpPr/>
          <p:nvPr/>
        </p:nvSpPr>
        <p:spPr>
          <a:xfrm>
            <a:off x="295489" y="479931"/>
            <a:ext cx="196727" cy="160364"/>
          </a:xfrm>
          <a:custGeom>
            <a:rect b="b" l="l" r="r" t="t"/>
            <a:pathLst>
              <a:path extrusionOk="0" h="204938" w="251408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DFF3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5f4cde2c1_0_252"/>
          <p:cNvSpPr txBox="1"/>
          <p:nvPr/>
        </p:nvSpPr>
        <p:spPr>
          <a:xfrm>
            <a:off x="6891900" y="186907"/>
            <a:ext cx="20997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b="0" i="0" sz="800" u="none" cap="none" strike="noStrike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terial Title: Black Text 1">
  <p:cSld name="TITLE_6_2">
    <p:bg>
      <p:bgPr>
        <a:solidFill>
          <a:srgbClr val="1DE9B6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f4cde2c1_0_260"/>
          <p:cNvSpPr txBox="1"/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4" name="Google Shape;124;g3f5f4cde2c1_0_260"/>
          <p:cNvSpPr txBox="1"/>
          <p:nvPr>
            <p:ph idx="2"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/>
        </p:txBody>
      </p:sp>
      <p:sp>
        <p:nvSpPr>
          <p:cNvPr id="125" name="Google Shape;125;g3f5f4cde2c1_0_260"/>
          <p:cNvSpPr/>
          <p:nvPr/>
        </p:nvSpPr>
        <p:spPr>
          <a:xfrm>
            <a:off x="8668586" y="172039"/>
            <a:ext cx="307340" cy="307340"/>
          </a:xfrm>
          <a:custGeom>
            <a:rect b="b" l="l" r="r" t="t"/>
            <a:pathLst>
              <a:path extrusionOk="0" h="174625" w="174625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4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line title">
  <p:cSld name="BLANK_5_1_2_1_2"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5f4cde2c1_0_264"/>
          <p:cNvSpPr txBox="1"/>
          <p:nvPr>
            <p:ph type="title"/>
          </p:nvPr>
        </p:nvSpPr>
        <p:spPr>
          <a:xfrm>
            <a:off x="377575" y="742925"/>
            <a:ext cx="5541000" cy="12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3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28" name="Google Shape;128;g3f5f4cde2c1_0_264"/>
          <p:cNvSpPr txBox="1"/>
          <p:nvPr>
            <p:ph idx="1" type="subTitle"/>
          </p:nvPr>
        </p:nvSpPr>
        <p:spPr>
          <a:xfrm>
            <a:off x="377575" y="1834750"/>
            <a:ext cx="3984300" cy="21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9" name="Google Shape;129;g3f5f4cde2c1_0_264"/>
          <p:cNvCxnSpPr/>
          <p:nvPr/>
        </p:nvCxnSpPr>
        <p:spPr>
          <a:xfrm>
            <a:off x="499275" y="1609425"/>
            <a:ext cx="585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0" name="Google Shape;130;g3f5f4cde2c1_0_264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8317224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5f4cde2c1_0_2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g3f5f4cde2c1_0_2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g3f5f4cde2c1_0_2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8">
  <p:cSld name="TITLE_8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5f4cde2c1_0_27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7" name="Google Shape;137;g3f5f4cde2c1_0_27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8" name="Google Shape;138;g3f5f4cde2c1_0_2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ith title">
  <p:cSld name="CUSTOM_2_1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f4cde2c1_0_277"/>
          <p:cNvSpPr txBox="1"/>
          <p:nvPr>
            <p:ph type="title"/>
          </p:nvPr>
        </p:nvSpPr>
        <p:spPr>
          <a:xfrm>
            <a:off x="377575" y="285725"/>
            <a:ext cx="75195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800">
                <a:solidFill>
                  <a:srgbClr val="B7B7B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rgbClr val="99999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rgbClr val="99999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rgbClr val="99999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rgbClr val="99999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rgbClr val="99999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rgbClr val="99999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rgbClr val="99999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rgbClr val="999999"/>
                </a:solidFill>
              </a:defRPr>
            </a:lvl9pPr>
          </a:lstStyle>
          <a:p/>
        </p:txBody>
      </p:sp>
      <p:pic>
        <p:nvPicPr>
          <p:cNvPr id="141" name="Google Shape;141;g3f5f4cde2c1_0_277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488699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5f4cde2c1_0_2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g3f5f4cde2c1_0_280"/>
          <p:cNvSpPr/>
          <p:nvPr/>
        </p:nvSpPr>
        <p:spPr>
          <a:xfrm>
            <a:off x="241450" y="4077968"/>
            <a:ext cx="8526300" cy="85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5f4cde2c1_0_280"/>
          <p:cNvSpPr/>
          <p:nvPr/>
        </p:nvSpPr>
        <p:spPr>
          <a:xfrm>
            <a:off x="241450" y="2846757"/>
            <a:ext cx="8526300" cy="118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5f4cde2c1_0_280"/>
          <p:cNvSpPr/>
          <p:nvPr/>
        </p:nvSpPr>
        <p:spPr>
          <a:xfrm>
            <a:off x="241450" y="1386655"/>
            <a:ext cx="8526300" cy="140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5f4cde2c1_0_280"/>
          <p:cNvSpPr/>
          <p:nvPr/>
        </p:nvSpPr>
        <p:spPr>
          <a:xfrm>
            <a:off x="241450" y="754678"/>
            <a:ext cx="8526300" cy="58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5f4cde2c1_0_280"/>
          <p:cNvSpPr txBox="1"/>
          <p:nvPr/>
        </p:nvSpPr>
        <p:spPr>
          <a:xfrm>
            <a:off x="166622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5f4cde2c1_0_280"/>
          <p:cNvSpPr txBox="1"/>
          <p:nvPr/>
        </p:nvSpPr>
        <p:spPr>
          <a:xfrm>
            <a:off x="30770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5f4cde2c1_0_280"/>
          <p:cNvSpPr txBox="1"/>
          <p:nvPr/>
        </p:nvSpPr>
        <p:spPr>
          <a:xfrm>
            <a:off x="45164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5f4cde2c1_0_280"/>
          <p:cNvSpPr txBox="1"/>
          <p:nvPr/>
        </p:nvSpPr>
        <p:spPr>
          <a:xfrm>
            <a:off x="5925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f5f4cde2c1_0_280"/>
          <p:cNvSpPr txBox="1"/>
          <p:nvPr/>
        </p:nvSpPr>
        <p:spPr>
          <a:xfrm>
            <a:off x="7347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5f4cde2c1_0_280"/>
          <p:cNvSpPr txBox="1"/>
          <p:nvPr/>
        </p:nvSpPr>
        <p:spPr>
          <a:xfrm>
            <a:off x="2441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g3f5f4cde2c1_0_280"/>
          <p:cNvCxnSpPr/>
          <p:nvPr/>
        </p:nvCxnSpPr>
        <p:spPr>
          <a:xfrm>
            <a:off x="1668323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g3f5f4cde2c1_0_280"/>
          <p:cNvCxnSpPr/>
          <p:nvPr/>
        </p:nvCxnSpPr>
        <p:spPr>
          <a:xfrm>
            <a:off x="3088209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g3f5f4cde2c1_0_280"/>
          <p:cNvCxnSpPr/>
          <p:nvPr/>
        </p:nvCxnSpPr>
        <p:spPr>
          <a:xfrm>
            <a:off x="4508094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g3f5f4cde2c1_0_280"/>
          <p:cNvCxnSpPr/>
          <p:nvPr/>
        </p:nvCxnSpPr>
        <p:spPr>
          <a:xfrm>
            <a:off x="5927979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g3f5f4cde2c1_0_280"/>
          <p:cNvCxnSpPr/>
          <p:nvPr/>
        </p:nvCxnSpPr>
        <p:spPr>
          <a:xfrm>
            <a:off x="248438" y="754675"/>
            <a:ext cx="0" cy="418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g3f5f4cde2c1_0_280"/>
          <p:cNvCxnSpPr/>
          <p:nvPr/>
        </p:nvCxnSpPr>
        <p:spPr>
          <a:xfrm>
            <a:off x="7347865" y="754678"/>
            <a:ext cx="0" cy="41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g3f5f4cde2c1_0_280"/>
          <p:cNvCxnSpPr/>
          <p:nvPr/>
        </p:nvCxnSpPr>
        <p:spPr>
          <a:xfrm>
            <a:off x="8767750" y="754675"/>
            <a:ext cx="2700" cy="416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g3f5f4cde2c1_0_280"/>
          <p:cNvSpPr txBox="1"/>
          <p:nvPr/>
        </p:nvSpPr>
        <p:spPr>
          <a:xfrm>
            <a:off x="171175" y="119650"/>
            <a:ext cx="5998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Persona:</a:t>
            </a:r>
            <a:b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f5f4cde2c1_0_280"/>
          <p:cNvSpPr txBox="1"/>
          <p:nvPr/>
        </p:nvSpPr>
        <p:spPr>
          <a:xfrm rot="-5400000">
            <a:off x="-175500" y="881750"/>
            <a:ext cx="6294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5f4cde2c1_0_280"/>
          <p:cNvSpPr txBox="1"/>
          <p:nvPr/>
        </p:nvSpPr>
        <p:spPr>
          <a:xfrm rot="-5400000">
            <a:off x="-173200" y="1951913"/>
            <a:ext cx="5649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f5f4cde2c1_0_280"/>
          <p:cNvSpPr txBox="1"/>
          <p:nvPr/>
        </p:nvSpPr>
        <p:spPr>
          <a:xfrm rot="-5400000">
            <a:off x="-326800" y="3280432"/>
            <a:ext cx="8721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Emotions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f5f4cde2c1_0_280"/>
          <p:cNvSpPr txBox="1"/>
          <p:nvPr/>
        </p:nvSpPr>
        <p:spPr>
          <a:xfrm rot="-5400000">
            <a:off x="-409450" y="4377825"/>
            <a:ext cx="10038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f5f4cde2c1_0_280"/>
          <p:cNvSpPr/>
          <p:nvPr/>
        </p:nvSpPr>
        <p:spPr>
          <a:xfrm>
            <a:off x="241450" y="754678"/>
            <a:ext cx="8526300" cy="59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5f4cde2c1_0_280"/>
          <p:cNvSpPr/>
          <p:nvPr/>
        </p:nvSpPr>
        <p:spPr>
          <a:xfrm>
            <a:off x="241450" y="4114209"/>
            <a:ext cx="8526300" cy="86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5f4cde2c1_0_280"/>
          <p:cNvSpPr/>
          <p:nvPr/>
        </p:nvSpPr>
        <p:spPr>
          <a:xfrm>
            <a:off x="241450" y="2869572"/>
            <a:ext cx="8526300" cy="119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5f4cde2c1_0_280"/>
          <p:cNvSpPr/>
          <p:nvPr/>
        </p:nvSpPr>
        <p:spPr>
          <a:xfrm>
            <a:off x="241450" y="1393547"/>
            <a:ext cx="8526300" cy="1424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g3f5f4cde2c1_0_280"/>
          <p:cNvCxnSpPr/>
          <p:nvPr/>
        </p:nvCxnSpPr>
        <p:spPr>
          <a:xfrm>
            <a:off x="3088209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g3f5f4cde2c1_0_280"/>
          <p:cNvCxnSpPr/>
          <p:nvPr/>
        </p:nvCxnSpPr>
        <p:spPr>
          <a:xfrm>
            <a:off x="4508094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g3f5f4cde2c1_0_280"/>
          <p:cNvCxnSpPr/>
          <p:nvPr/>
        </p:nvCxnSpPr>
        <p:spPr>
          <a:xfrm>
            <a:off x="5927979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g3f5f4cde2c1_0_280"/>
          <p:cNvCxnSpPr/>
          <p:nvPr/>
        </p:nvCxnSpPr>
        <p:spPr>
          <a:xfrm>
            <a:off x="248438" y="754675"/>
            <a:ext cx="0" cy="42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g3f5f4cde2c1_0_280"/>
          <p:cNvCxnSpPr/>
          <p:nvPr/>
        </p:nvCxnSpPr>
        <p:spPr>
          <a:xfrm>
            <a:off x="7347865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g3f5f4cde2c1_0_280"/>
          <p:cNvCxnSpPr/>
          <p:nvPr/>
        </p:nvCxnSpPr>
        <p:spPr>
          <a:xfrm>
            <a:off x="8767750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g3f5f4cde2c1_0_280"/>
          <p:cNvSpPr txBox="1"/>
          <p:nvPr/>
        </p:nvSpPr>
        <p:spPr>
          <a:xfrm>
            <a:off x="73478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f5f4cde2c1_0_280"/>
          <p:cNvSpPr txBox="1"/>
          <p:nvPr/>
        </p:nvSpPr>
        <p:spPr>
          <a:xfrm>
            <a:off x="27440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f5f4cde2c1_0_280"/>
          <p:cNvSpPr txBox="1"/>
          <p:nvPr/>
        </p:nvSpPr>
        <p:spPr>
          <a:xfrm>
            <a:off x="308505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f5f4cde2c1_0_280"/>
          <p:cNvSpPr txBox="1"/>
          <p:nvPr/>
        </p:nvSpPr>
        <p:spPr>
          <a:xfrm>
            <a:off x="45059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5f4cde2c1_0_280"/>
          <p:cNvSpPr txBox="1"/>
          <p:nvPr/>
        </p:nvSpPr>
        <p:spPr>
          <a:xfrm>
            <a:off x="5925875" y="13874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f5f4cde2c1_0_280"/>
          <p:cNvSpPr txBox="1"/>
          <p:nvPr/>
        </p:nvSpPr>
        <p:spPr>
          <a:xfrm>
            <a:off x="16651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g3f5f4cde2c1_0_280"/>
          <p:cNvCxnSpPr/>
          <p:nvPr/>
        </p:nvCxnSpPr>
        <p:spPr>
          <a:xfrm>
            <a:off x="1668323" y="754678"/>
            <a:ext cx="0" cy="42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f4cde2c1_0_1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g3f5f4cde2c1_0_1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g3f5f4cde2c1_0_1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"/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1"/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Corey Kent</a:t>
            </a:r>
            <a:endParaRPr b="1" i="0" sz="1800" u="none" cap="none" strike="noStrike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9" name="Google Shape;189;p1"/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0" name="Google Shape;190;p1"/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Undergraduate</a:t>
            </a:r>
            <a:endParaRPr b="0" i="0" sz="14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Amsterdam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Mom &amp; Dad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Student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</a:t>
            </a:r>
            <a:r>
              <a:rPr i="1" lang="en" sz="1800">
                <a:latin typeface="Google Sans"/>
                <a:ea typeface="Google Sans"/>
                <a:cs typeface="Google Sans"/>
                <a:sym typeface="Google Sans"/>
              </a:rPr>
              <a:t>The World is my classroom</a:t>
            </a:r>
            <a:r>
              <a:rPr b="0" i="1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” </a:t>
            </a:r>
            <a:endParaRPr b="0" i="1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2" name="Google Shape;192;p1"/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b="0" i="0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Find the cheapest flight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Book quickly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Visit family during holidays 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3" name="Google Shape;193;p1"/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b="1" i="0" lang="en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Hidden charges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Confusing fare options.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Slow booking process.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94" name="Google Shape;194;p1"/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Corey is a Master's student studying abroad. He travels home during semester breaks and prefers a simple, fast website with transparent pricing and easy booking 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95" name="Google Shape;195;p1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50" y="439225"/>
            <a:ext cx="2802400" cy="28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5f4cde2c1_0_182"/>
          <p:cNvSpPr txBox="1"/>
          <p:nvPr/>
        </p:nvSpPr>
        <p:spPr>
          <a:xfrm>
            <a:off x="171175" y="119650"/>
            <a:ext cx="2414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Persona: </a:t>
            </a: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Corey Kent</a:t>
            </a:r>
            <a:endParaRPr b="1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1" name="Google Shape;201;g3f5f4cde2c1_0_182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</a:t>
            </a:r>
            <a:r>
              <a:rPr lang="en" sz="11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Book an affordable flight to visit family during semester break </a:t>
            </a:r>
            <a:endParaRPr b="1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202" name="Google Shape;202;g3f5f4cde2c1_0_182"/>
          <p:cNvGraphicFramePr/>
          <p:nvPr/>
        </p:nvGraphicFramePr>
        <p:xfrm>
          <a:off x="226350" y="84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{9D907663-3660-46EF-AF30-2F0D5BBEA676}</a:tableStyleId>
              </a:tblPr>
              <a:tblGrid>
                <a:gridCol w="1430350"/>
                <a:gridCol w="1430350"/>
                <a:gridCol w="1430350"/>
                <a:gridCol w="1410775"/>
                <a:gridCol w="1449925"/>
                <a:gridCol w="1430350"/>
              </a:tblGrid>
              <a:tr h="71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Search Flights 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/>
                        <a:t>Compare Options</a:t>
                      </a:r>
                      <a:r>
                        <a:rPr lang="en" sz="1100"/>
                        <a:t> 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   Book Flights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Simplify booking form 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Manage Booking 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</a:tr>
              <a:tr h="1315700">
                <a:tc>
                  <a:txBody>
                    <a:bodyPr/>
                    <a:lstStyle/>
                    <a:p>
                      <a:pPr indent="-114300" lvl="0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Enter destination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Select travel dates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Search flights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Compare fares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Check baggage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Choose best option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Enter passenger details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Select seat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Review booking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Choose payment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Confirm payment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Confirmation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View itinerary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Check flight status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Download boarding pass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99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Hopeful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Curious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Focused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Confident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Excited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05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11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Show student offers 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Better fare comparison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Simplify booking form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More payment options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Faster access to bookings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5f4cde2c1_0_21"/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8" name="Google Shape;208;g3f5f4cde2c1_0_21"/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Daniel Brooks </a:t>
            </a:r>
            <a:endParaRPr b="1" i="0" sz="1800" u="none" cap="none" strike="noStrike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09" name="Google Shape;209;g3f5f4cde2c1_0_21"/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0" name="Google Shape;210;g3f5f4cde2c1_0_21"/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42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Postgraduate</a:t>
            </a:r>
            <a:endParaRPr b="0" i="0" sz="14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London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Wife &amp; Daughter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Accountant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1" name="Google Shape;211;g3f5f4cde2c1_0_21"/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</a:t>
            </a:r>
            <a:r>
              <a:rPr i="1" lang="en" sz="1800">
                <a:latin typeface="Google Sans"/>
                <a:ea typeface="Google Sans"/>
                <a:cs typeface="Google Sans"/>
                <a:sym typeface="Google Sans"/>
              </a:rPr>
              <a:t>Every challenge is another opportunity to grow </a:t>
            </a:r>
            <a:r>
              <a:rPr b="0" i="1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” </a:t>
            </a:r>
            <a:endParaRPr b="0" i="1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2" name="Google Shape;212;g3f5f4cde2c1_0_21"/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b="0" i="0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Book flight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s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independently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Request wheelchair assistance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Access clear travel information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3" name="Google Shape;213;g3f5f4cde2c1_0_21"/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b="1" i="0" lang="en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Poor accessibility features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Small text and difficult navigation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Unclear assistance options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4" name="Google Shape;214;g3f5f4cde2c1_0_21"/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Daniel recently lost mobility in his legs after a road accident and now uses a wheelchair. He frequently travels for work and relies on airline websites with accessible navigation, easy booking, and clear special assistance information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15" name="Google Shape;215;g3f5f4cde2c1_0_21" title="man-sitting-in-the-wheelchair-handicapped-disabled-person-flat-illustration-vector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288" y="414162"/>
            <a:ext cx="2862524" cy="28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5f4cde2c1_0_339"/>
          <p:cNvSpPr txBox="1"/>
          <p:nvPr/>
        </p:nvSpPr>
        <p:spPr>
          <a:xfrm>
            <a:off x="171175" y="119650"/>
            <a:ext cx="2414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Persona: </a:t>
            </a: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Daniel Brooks</a:t>
            </a:r>
            <a:r>
              <a:rPr b="1" i="0" lang="en" sz="16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1" name="Google Shape;221;g3f5f4cde2c1_0_339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</a:t>
            </a:r>
            <a:r>
              <a:rPr lang="en" sz="11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Book a flight with wheelchair assistance easily</a:t>
            </a:r>
            <a:endParaRPr b="1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222" name="Google Shape;222;g3f5f4cde2c1_0_339"/>
          <p:cNvGraphicFramePr/>
          <p:nvPr/>
        </p:nvGraphicFramePr>
        <p:xfrm>
          <a:off x="280950" y="81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{9D907663-3660-46EF-AF30-2F0D5BBEA676}</a:tableStyleId>
              </a:tblPr>
              <a:tblGrid>
                <a:gridCol w="1430350"/>
                <a:gridCol w="1430350"/>
                <a:gridCol w="1430350"/>
                <a:gridCol w="1410775"/>
                <a:gridCol w="1449925"/>
                <a:gridCol w="1430350"/>
              </a:tblGrid>
              <a:tr h="71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/>
                        <a:t>Search Flights</a:t>
                      </a:r>
                      <a:endParaRPr b="1" sz="1100" u="none" cap="none" strike="noStrike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Check  Access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Book flight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Payment 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Manage </a:t>
                      </a: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Assistance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</a:tr>
              <a:tr h="1315700">
                <a:tc>
                  <a:txBody>
                    <a:bodyPr/>
                    <a:lstStyle/>
                    <a:p>
                      <a:pPr indent="-114300" lvl="0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Search F</a:t>
                      </a: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lights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Select Dates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Choose route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View assistance options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Check baggage policy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Confirm wheelchair service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Enter details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Add assistance request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Review booking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Choose payment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Confirm payment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Get confirmation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Track request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View itinerary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Contact support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99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Hopeful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Reassured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Scared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Confident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Relieved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Satisfied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05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11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Better search filters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Highlight assistance services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Simplify assistance requests </a:t>
                      </a: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More payment methods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Live assistance Tracking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5f4cde2c1_0_322"/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8" name="Google Shape;228;g3f5f4cde2c1_0_322"/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Sarah Wilson </a:t>
            </a:r>
            <a:endParaRPr b="1" i="0" sz="1800" u="none" cap="none" strike="noStrike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9" name="Google Shape;229;g3f5f4cde2c1_0_322"/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0" name="Google Shape;230;g3f5f4cde2c1_0_322"/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Bachelor’s Degree</a:t>
            </a:r>
            <a:endParaRPr b="0" i="0" sz="14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Manchester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Son &amp; Daughter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Elementary School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Teacher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1" name="Google Shape;231;g3f5f4cde2c1_0_322"/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“Strength grows through every challenge </a:t>
            </a:r>
            <a:r>
              <a:rPr i="1" lang="en" sz="180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b="0" i="1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” </a:t>
            </a:r>
            <a:endParaRPr b="0" i="1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2" name="Google Shape;232;g3f5f4cde2c1_0_322"/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b="0" i="0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Book affordable family flights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Select seats together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Complete bookings quickly 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3" name="Google Shape;233;g3f5f4cde2c1_0_322"/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b="1" i="0" lang="en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Hidden charges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Complicated booking process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Difficulty managing multiple passengers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34" name="Google Shape;234;g3f5f4cde2c1_0_322"/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Sarah is a widowed mother of two who manages family travel on a limited budget. She prefers airline websites that offer transparent pricing, simple booking, and an easy way to manage bookings for multiple passengers.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35" name="Google Shape;235;g3f5f4cde2c1_0_322" title="245992105-cartoon-woman-in-floral-blazer-black-skirt-and-glasses-isolat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450" y="461325"/>
            <a:ext cx="2758200" cy="27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5f4cde2c1_0_352"/>
          <p:cNvSpPr txBox="1"/>
          <p:nvPr/>
        </p:nvSpPr>
        <p:spPr>
          <a:xfrm>
            <a:off x="171175" y="119650"/>
            <a:ext cx="2414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Persona: </a:t>
            </a: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Sarah Wilson</a:t>
            </a:r>
            <a:endParaRPr b="1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1" name="Google Shape;241;g3f5f4cde2c1_0_352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</a:t>
            </a:r>
            <a:r>
              <a:rPr lang="en" sz="11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Book affordable flights for herself and her two children </a:t>
            </a:r>
            <a:endParaRPr b="1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242" name="Google Shape;242;g3f5f4cde2c1_0_352"/>
          <p:cNvGraphicFramePr/>
          <p:nvPr/>
        </p:nvGraphicFramePr>
        <p:xfrm>
          <a:off x="226350" y="84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{9D907663-3660-46EF-AF30-2F0D5BBEA676}</a:tableStyleId>
              </a:tblPr>
              <a:tblGrid>
                <a:gridCol w="1430350"/>
                <a:gridCol w="1430350"/>
                <a:gridCol w="1430350"/>
                <a:gridCol w="1410775"/>
                <a:gridCol w="1449925"/>
                <a:gridCol w="1430350"/>
              </a:tblGrid>
              <a:tr h="71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/>
                        <a:t>   Search Flights</a:t>
                      </a:r>
                      <a:endParaRPr b="1" sz="1100" u="none" cap="none" strike="noStrike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/>
                        <a:t>  Compare Fares</a:t>
                      </a:r>
                      <a:endParaRPr b="1"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Book Tickets</a:t>
                      </a: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Payment 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Manage Bookings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</a:tr>
              <a:tr h="1315700">
                <a:tc>
                  <a:txBody>
                    <a:bodyPr/>
                    <a:lstStyle/>
                    <a:p>
                      <a:pPr indent="-114300" lvl="0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Enter destination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Select dates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Search flights </a:t>
                      </a: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Compare prices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Check baggage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Select family fare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Add passengers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Choose seats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Review booking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Choose payment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Confirm payment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Get confirmation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View itinerary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Modify booking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Check-in online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99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Hopeful 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Careful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Attentive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Relieved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Prepared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05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11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Family fare filters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Better fare comparison </a:t>
                      </a: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Easier seat selection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b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</a:b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Flexible Payment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options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Simple booking management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5f4cde2c1_0_359"/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8" name="Google Shape;248;g3f5f4cde2c1_0_359"/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Robert Anderson</a:t>
            </a:r>
            <a:endParaRPr b="1" i="0" sz="1800" u="none" cap="none" strike="noStrike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49" name="Google Shape;249;g3f5f4cde2c1_0_359"/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0" name="Google Shape;250;g3f5f4cde2c1_0_359"/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68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High School Grad</a:t>
            </a:r>
            <a:endParaRPr b="0" i="0" sz="14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Edinburgh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Wife &amp; Son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Retired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1" name="Google Shape;251;g3f5f4cde2c1_0_359"/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</a:t>
            </a:r>
            <a:r>
              <a:rPr i="1" lang="en" sz="1800">
                <a:latin typeface="Google Sans"/>
                <a:ea typeface="Google Sans"/>
                <a:cs typeface="Google Sans"/>
                <a:sym typeface="Google Sans"/>
              </a:rPr>
              <a:t>Age is just another chapter of life's journey </a:t>
            </a:r>
            <a:r>
              <a:rPr i="1" lang="en" sz="180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b="0" i="1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” </a:t>
            </a:r>
            <a:endParaRPr b="0" i="1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2" name="Google Shape;252;g3f5f4cde2c1_0_359"/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b="0" i="0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Book flights without confusion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Read information easily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Travel comfortably to visit family 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3" name="Google Shape;253;g3f5f4cde2c1_0_359"/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b="1" i="0" lang="en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Small text and tiny buttons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Complicated booking process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Too many pop-ups and advertisements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54" name="Google Shape;254;g3f5f4cde2c1_0_359"/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Robert is a retired bank manager who frequently travels to visit his children and grandchildren. He prefers airline websites with large text, simple navigation, and a straightforward booking process that is easy to understand.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55" name="Google Shape;255;g3f5f4cde2c1_0_359" title="image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375" y="506925"/>
            <a:ext cx="24765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5f4cde2c1_0_381"/>
          <p:cNvSpPr txBox="1"/>
          <p:nvPr/>
        </p:nvSpPr>
        <p:spPr>
          <a:xfrm>
            <a:off x="171675" y="127000"/>
            <a:ext cx="31344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Persona:</a:t>
            </a: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 Robert Anderson</a:t>
            </a:r>
            <a:endParaRPr b="1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1" name="Google Shape;261;g3f5f4cde2c1_0_381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</a:t>
            </a:r>
            <a:r>
              <a:rPr lang="en" sz="11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Book a comfortable flight to visit family </a:t>
            </a:r>
            <a:endParaRPr b="1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262" name="Google Shape;262;g3f5f4cde2c1_0_381"/>
          <p:cNvGraphicFramePr/>
          <p:nvPr/>
        </p:nvGraphicFramePr>
        <p:xfrm>
          <a:off x="226350" y="84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{9D907663-3660-46EF-AF30-2F0D5BBEA676}</a:tableStyleId>
              </a:tblPr>
              <a:tblGrid>
                <a:gridCol w="1430350"/>
                <a:gridCol w="1430350"/>
                <a:gridCol w="1430350"/>
                <a:gridCol w="1410775"/>
                <a:gridCol w="1449925"/>
                <a:gridCol w="1430350"/>
              </a:tblGrid>
              <a:tr h="71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Search Flights 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/>
                        <a:t>View Flight Details</a:t>
                      </a:r>
                      <a:endParaRPr b="1"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Book Flight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Payment 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Check-in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</a:tr>
              <a:tr h="1315700">
                <a:tc>
                  <a:txBody>
                    <a:bodyPr/>
                    <a:lstStyle/>
                    <a:p>
                      <a:pPr indent="-114300" lvl="0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Search flights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Select dates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Choose destination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Compare timings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Check baggage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Read policies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</a:t>
                      </a: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Enter details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Select seat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C.Review booking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Choose payment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Confirm payment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Get confirmation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Download boarding pass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Check flight status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View itinerary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99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Calm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Thoughtful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Confident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Relieved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Ready </a:t>
                      </a: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05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11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Larger text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Simpler information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Bigger buttons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Simple payment process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Easy check-in navigation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5f4cde2c1_0_387"/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8" name="Google Shape;268;g3f5f4cde2c1_0_387"/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Michael Carter </a:t>
            </a:r>
            <a:endParaRPr b="1" i="0" sz="1800" u="none" cap="none" strike="noStrike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9" name="Google Shape;269;g3f5f4cde2c1_0_387"/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Occupation:</a:t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0" name="Google Shape;270;g3f5f4cde2c1_0_387"/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39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MBA</a:t>
            </a:r>
            <a:endParaRPr b="0" i="0" sz="14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New York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Wife &amp; 2 Sons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Sales Director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1" name="Google Shape;271;g3f5f4cde2c1_0_387"/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</a:t>
            </a:r>
            <a:r>
              <a:rPr i="1" lang="en" sz="1800">
                <a:latin typeface="Google Sans"/>
                <a:ea typeface="Google Sans"/>
                <a:cs typeface="Google Sans"/>
                <a:sym typeface="Google Sans"/>
              </a:rPr>
              <a:t>Time is my most valuable asset</a:t>
            </a:r>
            <a:r>
              <a:rPr b="0" i="1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” </a:t>
            </a:r>
            <a:endParaRPr b="0" i="1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2" name="Google Shape;272;g3f5f4cde2c1_0_387"/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b="0" i="0" lang="en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Book flights quickly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Manage multiple business trips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Receive real-time flight updates </a:t>
            </a: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3" name="Google Shape;273;g3f5f4cde2c1_0_387"/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900" u="none" cap="none" strike="noStrike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b="1" i="0" lang="en" sz="1800" u="none" cap="none" strike="noStrik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i="0" sz="1800" u="none" cap="none" strike="noStrik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Lengthy booking process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Delayed notifications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Difficulty accessing previous bookings </a:t>
            </a:r>
            <a:endParaRPr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74" name="Google Shape;274;g3f5f4cde2c1_0_387"/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Google Sans"/>
                <a:ea typeface="Google Sans"/>
                <a:cs typeface="Google Sans"/>
                <a:sym typeface="Google Sans"/>
              </a:rPr>
              <a:t>Michael travels several times a month for business meetings across different cities. He values a fast, reliable airline website that allows him to book, modify, and manage flights efficiently with minimal effort. 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75" name="Google Shape;275;g3f5f4cde2c1_0_387" title="pngtree-cool-ceo-man-png-image_750309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50" y="576725"/>
            <a:ext cx="2642799" cy="264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5f4cde2c1_0_415"/>
          <p:cNvSpPr txBox="1"/>
          <p:nvPr/>
        </p:nvSpPr>
        <p:spPr>
          <a:xfrm>
            <a:off x="171175" y="119650"/>
            <a:ext cx="29733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Persona: </a:t>
            </a:r>
            <a:r>
              <a:rPr b="1" lang="en" sz="1600">
                <a:latin typeface="Google Sans"/>
                <a:ea typeface="Google Sans"/>
                <a:cs typeface="Google Sans"/>
                <a:sym typeface="Google Sans"/>
              </a:rPr>
              <a:t>Michael Carter</a:t>
            </a:r>
            <a:endParaRPr b="1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81" name="Google Shape;281;g3f5f4cde2c1_0_415"/>
          <p:cNvSpPr txBox="1"/>
          <p:nvPr/>
        </p:nvSpPr>
        <p:spPr>
          <a:xfrm>
            <a:off x="171664" y="407900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</a:t>
            </a:r>
            <a:r>
              <a:rPr lang="en" sz="11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Book and manage business trips efficiently </a:t>
            </a:r>
            <a:endParaRPr b="1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282" name="Google Shape;282;g3f5f4cde2c1_0_415"/>
          <p:cNvGraphicFramePr/>
          <p:nvPr/>
        </p:nvGraphicFramePr>
        <p:xfrm>
          <a:off x="226350" y="84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{9D907663-3660-46EF-AF30-2F0D5BBEA676}</a:tableStyleId>
              </a:tblPr>
              <a:tblGrid>
                <a:gridCol w="1430350"/>
                <a:gridCol w="1430350"/>
                <a:gridCol w="1430350"/>
                <a:gridCol w="1410775"/>
                <a:gridCol w="1449925"/>
                <a:gridCol w="1430350"/>
              </a:tblGrid>
              <a:tr h="713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 Search Flights 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/>
                        <a:t>Compare Schedules </a:t>
                      </a:r>
                      <a:endParaRPr b="1"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Book Flight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Payment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Manage Trip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2E3FC"/>
                    </a:solidFill>
                  </a:tcPr>
                </a:tc>
              </a:tr>
              <a:tr h="1315700">
                <a:tc>
                  <a:txBody>
                    <a:bodyPr/>
                    <a:lstStyle/>
                    <a:p>
                      <a:pPr indent="-114300" lvl="0" marL="1778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Search flights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Select dates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Choose destination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Compare timings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Check fares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Select flight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Enter details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Choose seat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Review booking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Choose payment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Confirm payment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Get confirmation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Tasks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A. Change booking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B. Check flight status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C. Download boarding pass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996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Focused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Decisive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Efficient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Satisfied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Confident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105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b="1"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11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Smarter search filters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Better schedule comparison </a:t>
                      </a: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Faster booking process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One-click payment </a:t>
                      </a:r>
                      <a:r>
                        <a:rPr lang="en" sz="1100" u="none" cap="none" strike="noStrike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</a:t>
                      </a:r>
                      <a:endParaRPr sz="1100" u="none" cap="none" strike="noStrike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Easier trip management </a:t>
                      </a:r>
                      <a:endParaRPr sz="110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